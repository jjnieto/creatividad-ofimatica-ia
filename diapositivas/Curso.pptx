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26"/>
    <p:sldId id="270" r:id="rId27"/>
    <p:sldId id="272" r:id="rId28"/>
    <p:sldId id="271" r:id="rId29"/>
    <p:sldId id="273" r:id="rId30"/>
    <p:sldId id="274" r:id="rId31"/>
    <p:sldId id="284" r:id="rId32"/>
    <p:sldId id="275" r:id="rId33"/>
    <p:sldId id="276" r:id="rId34"/>
    <p:sldId id="277" r:id="rId35"/>
    <p:sldId id="278" r:id="rId36"/>
    <p:sldId id="357" r:id="rId37"/>
    <p:sldId id="279" r:id="rId38"/>
    <p:sldId id="280" r:id="rId39"/>
    <p:sldId id="281" r:id="rId40"/>
    <p:sldId id="282" r:id="rId41"/>
    <p:sldId id="283" r:id="rId42"/>
    <p:sldId id="285" r:id="rId43"/>
    <p:sldId id="359"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60" r:id="rId69"/>
    <p:sldId id="311" r:id="rId70"/>
    <p:sldId id="312" r:id="rId71"/>
    <p:sldId id="313" r:id="rId72"/>
    <p:sldId id="314" r:id="rId73"/>
    <p:sldId id="315" r:id="rId74"/>
    <p:sldId id="316" r:id="rId75"/>
    <p:sldId id="361" r:id="rId76"/>
    <p:sldId id="317" r:id="rId77"/>
    <p:sldId id="318" r:id="rId78"/>
    <p:sldId id="319" r:id="rId79"/>
    <p:sldId id="320" r:id="rId80"/>
    <p:sldId id="321" r:id="rId81"/>
    <p:sldId id="322" r:id="rId82"/>
    <p:sldId id="362" r:id="rId83"/>
    <p:sldId id="323" r:id="rId84"/>
    <p:sldId id="324" r:id="rId85"/>
    <p:sldId id="325" r:id="rId86"/>
    <p:sldId id="326" r:id="rId87"/>
    <p:sldId id="327" r:id="rId88"/>
    <p:sldId id="328" r:id="rId89"/>
    <p:sldId id="329" r:id="rId90"/>
    <p:sldId id="363" r:id="rId91"/>
    <p:sldId id="330" r:id="rId92"/>
    <p:sldId id="331" r:id="rId93"/>
    <p:sldId id="332" r:id="rId94"/>
    <p:sldId id="333" r:id="rId95"/>
    <p:sldId id="334" r:id="rId96"/>
    <p:sldId id="335" r:id="rId97"/>
    <p:sldId id="336" r:id="rId98"/>
    <p:sldId id="337" r:id="rId99"/>
    <p:sldId id="364" r:id="rId100"/>
    <p:sldId id="338" r:id="rId101"/>
    <p:sldId id="339" r:id="rId102"/>
    <p:sldId id="340" r:id="rId103"/>
    <p:sldId id="341" r:id="rId104"/>
    <p:sldId id="342" r:id="rId105"/>
    <p:sldId id="343" r:id="rId106"/>
    <p:sldId id="344" r:id="rId107"/>
    <p:sldId id="345" r:id="rId108"/>
    <p:sldId id="346" r:id="rId10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41.png"/><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0.xml"/><Relationship Id="rId1" Type="http://schemas.openxmlformats.org/officeDocument/2006/relationships/slideLayout" Target="../slideLayouts/slideLayout4.xml"/><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4.xml"/><Relationship Id="rId5" Type="http://schemas.openxmlformats.org/officeDocument/2006/relationships/image" Target="../media/image47.png"/><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53.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59.png"/><Relationship Id="rId4" Type="http://schemas.openxmlformats.org/officeDocument/2006/relationships/image" Target="../media/image57.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4.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60.png"/><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0.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7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1.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43.png"/><Relationship Id="rId4" Type="http://schemas.openxmlformats.org/officeDocument/2006/relationships/image" Target="../media/image8.png"/></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6.xml"/><Relationship Id="rId1" Type="http://schemas.openxmlformats.org/officeDocument/2006/relationships/slideLayout" Target="../slideLayouts/slideLayout4.xml"/><Relationship Id="rId5" Type="http://schemas.openxmlformats.org/officeDocument/2006/relationships/image" Target="../media/image70.pn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1.png"/><Relationship Id="rId7"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72.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8.png"/><Relationship Id="rId7" Type="http://schemas.openxmlformats.org/officeDocument/2006/relationships/image" Target="../media/image75.png"/><Relationship Id="rId2" Type="http://schemas.openxmlformats.org/officeDocument/2006/relationships/notesSlide" Target="../notesSlides/notesSlide83.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7.png"/></Relationships>
</file>

<file path=ppt/slides/_rels/slide8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5.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79.png"/></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6.xml"/><Relationship Id="rId1" Type="http://schemas.openxmlformats.org/officeDocument/2006/relationships/slideLayout" Target="../slideLayouts/slideLayout4.xml"/><Relationship Id="rId5" Type="http://schemas.openxmlformats.org/officeDocument/2006/relationships/image" Target="../media/image58.png"/><Relationship Id="rId4" Type="http://schemas.openxmlformats.org/officeDocument/2006/relationships/image" Target="../media/image80.png"/></Relationships>
</file>

<file path=ppt/slides/_rels/slide87.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82.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3.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9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4.xml"/><Relationship Id="rId1" Type="http://schemas.openxmlformats.org/officeDocument/2006/relationships/slideLayout" Target="../slideLayouts/slideLayout4.xml"/><Relationship Id="rId5" Type="http://schemas.openxmlformats.org/officeDocument/2006/relationships/image" Target="../media/image91.png"/><Relationship Id="rId4" Type="http://schemas.openxmlformats.org/officeDocument/2006/relationships/image" Target="../media/image20.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2.png"/><Relationship Id="rId7"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55.png"/></Relationships>
</file>

<file path=ppt/slides/_rels/slide9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3" Type="http://schemas.openxmlformats.org/officeDocument/2006/relationships/image" Target="../media/image99.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100.png"/><Relationship Id="rId4" Type="http://schemas.openxmlformats.org/officeDocument/2006/relationships/image" Target="../media/image32.png"/></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3.png"/><Relationship Id="rId2" Type="http://schemas.openxmlformats.org/officeDocument/2006/relationships/notesSlide" Target="../notesSlides/notesSlide10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png"/><Relationship Id="rId4" Type="http://schemas.openxmlformats.org/officeDocument/2006/relationships/image" Target="../media/image102.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No </a:t>
            </a:r>
            <a:r>
              <a:rPr lang="en-US" sz="2400" dirty="0" err="1">
                <a:solidFill>
                  <a:schemeClr val="tx1"/>
                </a:solidFill>
              </a:rPr>
              <a:t>más</a:t>
            </a:r>
            <a:r>
              <a:rPr lang="en-US" sz="2400" dirty="0">
                <a:solidFill>
                  <a:schemeClr val="tx1"/>
                </a:solidFill>
              </a:rPr>
              <a:t> de 5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36</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Tree>
    <p:extLst>
      <p:ext uri="{BB962C8B-B14F-4D97-AF65-F5344CB8AC3E}">
        <p14:creationId xmlns:p14="http://schemas.microsoft.com/office/powerpoint/2010/main" val="348237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indent="0" algn="ctr">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11543</Words>
  <Application>Microsoft Office PowerPoint</Application>
  <PresentationFormat>Panorámica</PresentationFormat>
  <Paragraphs>1447</Paragraphs>
  <Slides>108</Slides>
  <Notes>108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108</vt:i4>
      </vt:variant>
    </vt:vector>
  </HeadingPairs>
  <TitlesOfParts>
    <vt:vector size="112"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Abrid el cuaderno de ejercicios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Seguimos en el cuaderno</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Abrid la matriz de decisión</vt:lpstr>
      <vt:lpstr>Ejercicio 4: elegir con criterio</vt:lpstr>
      <vt:lpstr>Paso 6: que la IA revise la matriz</vt:lpstr>
      <vt:lpstr>Paso 7: decidid</vt:lpstr>
      <vt:lpstr>Ejercicio 4: vuestras conclusiones</vt:lpstr>
      <vt:lpstr>Una propuesta en una página</vt:lpstr>
      <vt:lpstr>La IA propone, vosotros decidís</vt:lpstr>
      <vt:lpstr>Abrid el documento del proyecto</vt:lpstr>
      <vt:lpstr>Ficha exprés con IA</vt:lpstr>
      <vt:lpstr>Ficha exprés: ¿qué habéis cambiado?</vt:lpstr>
      <vt:lpstr>Lo que llevamos hecho</vt:lpstr>
      <vt:lpstr>Presentación de PowerPoint</vt:lpstr>
      <vt:lpstr>Desarrollo de la propuesta ganadora</vt:lpstr>
      <vt:lpstr>Qué vamos a hacer en este bloque</vt:lpstr>
      <vt:lpstr>Seguimos en el documento del proyecto</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Abrid la plantilla de la presentación</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Volvemos al cuaderno</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12</cp:revision>
  <dcterms:created xsi:type="dcterms:W3CDTF">2026-10-17T13:29:48Z</dcterms:created>
  <dcterms:modified xsi:type="dcterms:W3CDTF">2026-10-21T12:26:49Z</dcterms:modified>
</cp:coreProperties>
</file>