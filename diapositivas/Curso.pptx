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0"/>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26"/>
    <p:sldId id="270" r:id="rId27"/>
    <p:sldId id="272" r:id="rId28"/>
    <p:sldId id="271" r:id="rId29"/>
    <p:sldId id="273" r:id="rId30"/>
    <p:sldId id="274" r:id="rId31"/>
    <p:sldId id="284" r:id="rId32"/>
    <p:sldId id="275" r:id="rId33"/>
    <p:sldId id="276" r:id="rId34"/>
    <p:sldId id="277" r:id="rId35"/>
    <p:sldId id="278" r:id="rId36"/>
    <p:sldId id="357" r:id="rId37"/>
    <p:sldId id="279" r:id="rId38"/>
    <p:sldId id="280" r:id="rId39"/>
    <p:sldId id="281" r:id="rId40"/>
    <p:sldId id="282" r:id="rId41"/>
    <p:sldId id="283" r:id="rId42"/>
    <p:sldId id="285" r:id="rId43"/>
    <p:sldId id="359"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60" r:id="rId69"/>
    <p:sldId id="311" r:id="rId70"/>
    <p:sldId id="312" r:id="rId71"/>
    <p:sldId id="313" r:id="rId72"/>
    <p:sldId id="314" r:id="rId73"/>
    <p:sldId id="315" r:id="rId74"/>
    <p:sldId id="316" r:id="rId75"/>
    <p:sldId id="361" r:id="rId76"/>
    <p:sldId id="317" r:id="rId77"/>
    <p:sldId id="318" r:id="rId78"/>
    <p:sldId id="319" r:id="rId79"/>
    <p:sldId id="320" r:id="rId80"/>
    <p:sldId id="321" r:id="rId81"/>
    <p:sldId id="322" r:id="rId82"/>
    <p:sldId id="362" r:id="rId83"/>
    <p:sldId id="323" r:id="rId84"/>
    <p:sldId id="324" r:id="rId85"/>
    <p:sldId id="325" r:id="rId86"/>
    <p:sldId id="326" r:id="rId87"/>
    <p:sldId id="327" r:id="rId88"/>
    <p:sldId id="328" r:id="rId89"/>
    <p:sldId id="329" r:id="rId90"/>
    <p:sldId id="363" r:id="rId91"/>
    <p:sldId id="330" r:id="rId92"/>
    <p:sldId id="331" r:id="rId93"/>
    <p:sldId id="332" r:id="rId94"/>
    <p:sldId id="333" r:id="rId95"/>
    <p:sldId id="334" r:id="rId96"/>
    <p:sldId id="335" r:id="rId97"/>
    <p:sldId id="336" r:id="rId98"/>
    <p:sldId id="337" r:id="rId99"/>
    <p:sldId id="364" r:id="rId100"/>
    <p:sldId id="338" r:id="rId101"/>
    <p:sldId id="339" r:id="rId102"/>
    <p:sldId id="340" r:id="rId103"/>
    <p:sldId id="341" r:id="rId104"/>
    <p:sldId id="342" r:id="rId105"/>
    <p:sldId id="343" r:id="rId106"/>
    <p:sldId id="344" r:id="rId107"/>
    <p:sldId id="345" r:id="rId108"/>
    <p:sldId id="346" r:id="rId10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7" Type="http://schemas.openxmlformats.org/officeDocument/2006/relationships/image" Target="../media/lapiz-donde.png"/></Relationships>
</file>

<file path=ppt/slides/_rels/slide2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40.png"/><Relationship Id="rId6" Type="http://schemas.openxmlformats.org/officeDocument/2006/relationships/image" Target="../media/lapiz-donde.png"/></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36.png"/><Relationship Id="rId5" Type="http://schemas.openxmlformats.org/officeDocument/2006/relationships/image" Target="../media/image41.png"/><Relationship Id="rId4" Type="http://schemas.openxmlformats.org/officeDocument/2006/relationships/image" Target="../media/image40.png"/><Relationship Id="rId7" Type="http://schemas.openxmlformats.org/officeDocument/2006/relationships/image" Target="../media/lapiz-donde.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9.png"/><Relationship Id="rId6" Type="http://schemas.openxmlformats.org/officeDocument/2006/relationships/image" Target="../media/lapiz-donde.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34.png"/><Relationship Id="rId5" Type="http://schemas.openxmlformats.org/officeDocument/2006/relationships/image" Target="../media/lapiz-donde.png"/></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0.xml"/><Relationship Id="rId1" Type="http://schemas.openxmlformats.org/officeDocument/2006/relationships/slideLayout" Target="../slideLayouts/slideLayout4.xml"/><Relationship Id="rId5" Type="http://schemas.openxmlformats.org/officeDocument/2006/relationships/image" Target="../media/image45.png"/><Relationship Id="rId4" Type="http://schemas.openxmlformats.org/officeDocument/2006/relationships/image" Target="../media/image44.png"/><Relationship Id="rId6" Type="http://schemas.openxmlformats.org/officeDocument/2006/relationships/image" Target="../media/lapiz-donde.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4.xml"/><Relationship Id="rId5" Type="http://schemas.openxmlformats.org/officeDocument/2006/relationships/image" Target="../media/image47.png"/><Relationship Id="rId4" Type="http://schemas.openxmlformats.org/officeDocument/2006/relationships/image" Target="../media/image46.png"/><Relationship Id="rId6" Type="http://schemas.openxmlformats.org/officeDocument/2006/relationships/image" Target="../media/lapiz-donde.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48.png"/><Relationship Id="rId5" Type="http://schemas.openxmlformats.org/officeDocument/2006/relationships/image" Target="../media/lapiz-donde.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6.xml"/><Relationship Id="rId1" Type="http://schemas.openxmlformats.org/officeDocument/2006/relationships/slideLayout" Target="../slideLayouts/slideLayout4.xml"/><Relationship Id="rId4" Type="http://schemas.openxmlformats.org/officeDocument/2006/relationships/image" Target="../media/image53.png"/><Relationship Id="rId5" Type="http://schemas.openxmlformats.org/officeDocument/2006/relationships/image" Target="../media/lapiz-donde.png"/></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 Id="rId6" Type="http://schemas.openxmlformats.org/officeDocument/2006/relationships/image" Target="../media/lapiz-donde.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53.png"/><Relationship Id="rId6" Type="http://schemas.openxmlformats.org/officeDocument/2006/relationships/image" Target="../media/lapiz-donde.png"/></Relationships>
</file>

<file path=ppt/slides/_rels/slide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9.xml"/><Relationship Id="rId1" Type="http://schemas.openxmlformats.org/officeDocument/2006/relationships/slideLayout" Target="../slideLayouts/slideLayout4.xml"/><Relationship Id="rId4" Type="http://schemas.openxmlformats.org/officeDocument/2006/relationships/image" Target="../media/image9.png"/><Relationship Id="rId5" Type="http://schemas.openxmlformats.org/officeDocument/2006/relationships/image" Target="../media/lapiz-donde.png"/></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59.png"/><Relationship Id="rId4" Type="http://schemas.openxmlformats.org/officeDocument/2006/relationships/image" Target="../media/image57.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4.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60.png"/><Relationship Id="rId4" Type="http://schemas.openxmlformats.org/officeDocument/2006/relationships/image" Target="../media/image62.png"/><Relationship Id="rId8" Type="http://schemas.openxmlformats.org/officeDocument/2006/relationships/image" Target="../media/lapiz-donde.png"/></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0.xml"/><Relationship Id="rId1" Type="http://schemas.openxmlformats.org/officeDocument/2006/relationships/slideLayout" Target="../slideLayouts/slideLayout4.xml"/><Relationship Id="rId4" Type="http://schemas.openxmlformats.org/officeDocument/2006/relationships/image" Target="../media/image34.png"/><Relationship Id="rId5" Type="http://schemas.openxmlformats.org/officeDocument/2006/relationships/image" Target="../media/lapiz-donde.png"/></Relationships>
</file>

<file path=ppt/slides/_rels/slide7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1.xml"/><Relationship Id="rId1" Type="http://schemas.openxmlformats.org/officeDocument/2006/relationships/slideLayout" Target="../slideLayouts/slideLayout4.xml"/><Relationship Id="rId4" Type="http://schemas.openxmlformats.org/officeDocument/2006/relationships/image" Target="../media/image34.png"/><Relationship Id="rId5" Type="http://schemas.openxmlformats.org/officeDocument/2006/relationships/image" Target="../media/lapiz-donde.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43.png"/><Relationship Id="rId4" Type="http://schemas.openxmlformats.org/officeDocument/2006/relationships/image" Target="../media/image8.png"/></Relationships>
</file>

<file path=ppt/slides/_rels/slide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76.xml"/><Relationship Id="rId1" Type="http://schemas.openxmlformats.org/officeDocument/2006/relationships/slideLayout" Target="../slideLayouts/slideLayout4.xml"/><Relationship Id="rId5" Type="http://schemas.openxmlformats.org/officeDocument/2006/relationships/image" Target="../media/image70.png"/><Relationship Id="rId4" Type="http://schemas.openxmlformats.org/officeDocument/2006/relationships/image" Target="../media/image69.png"/><Relationship Id="rId6" Type="http://schemas.openxmlformats.org/officeDocument/2006/relationships/image" Target="../media/lapiz-donde.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7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1.png"/><Relationship Id="rId7" Type="http://schemas.openxmlformats.org/officeDocument/2006/relationships/image" Target="../media/image4.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72.png"/><Relationship Id="rId4" Type="http://schemas.openxmlformats.org/officeDocument/2006/relationships/image" Target="../media/image1.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8.png"/><Relationship Id="rId7" Type="http://schemas.openxmlformats.org/officeDocument/2006/relationships/image" Target="../media/image75.png"/><Relationship Id="rId2" Type="http://schemas.openxmlformats.org/officeDocument/2006/relationships/notesSlide" Target="../notesSlides/notesSlide83.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77.png"/></Relationships>
</file>

<file path=ppt/slides/_rels/slide8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5.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79.png"/><Relationship Id="rId6" Type="http://schemas.openxmlformats.org/officeDocument/2006/relationships/image" Target="../media/lapiz-donde.png"/></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6.xml"/><Relationship Id="rId1" Type="http://schemas.openxmlformats.org/officeDocument/2006/relationships/slideLayout" Target="../slideLayouts/slideLayout4.xml"/><Relationship Id="rId5" Type="http://schemas.openxmlformats.org/officeDocument/2006/relationships/image" Target="../media/image58.png"/><Relationship Id="rId4" Type="http://schemas.openxmlformats.org/officeDocument/2006/relationships/image" Target="../media/image80.png"/></Relationships>
</file>

<file path=ppt/slides/_rels/slide87.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4.png"/><Relationship Id="rId4" Type="http://schemas.openxmlformats.org/officeDocument/2006/relationships/image" Target="../media/image82.png"/><Relationship Id="rId8" Type="http://schemas.openxmlformats.org/officeDocument/2006/relationships/image" Target="../media/lapiz-donde.png"/></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lapiz-donde.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9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92.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83.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9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94.xml"/><Relationship Id="rId1" Type="http://schemas.openxmlformats.org/officeDocument/2006/relationships/slideLayout" Target="../slideLayouts/slideLayout4.xml"/><Relationship Id="rId5" Type="http://schemas.openxmlformats.org/officeDocument/2006/relationships/image" Target="../media/image91.png"/><Relationship Id="rId4" Type="http://schemas.openxmlformats.org/officeDocument/2006/relationships/image" Target="../media/image20.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2.png"/><Relationship Id="rId7" Type="http://schemas.openxmlformats.org/officeDocument/2006/relationships/image" Target="../media/image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55.png"/></Relationships>
</file>

<file path=ppt/slides/_rels/slide9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0.xml"/><Relationship Id="rId1" Type="http://schemas.openxmlformats.org/officeDocument/2006/relationships/slideLayout" Target="../slideLayouts/slideLayout4.xml"/><Relationship Id="rId4" Type="http://schemas.openxmlformats.org/officeDocument/2006/relationships/image" Target="../media/lapiz-donde.png"/></Relationships>
</file>

<file path=ppt/slides/_rels/slide10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3" Type="http://schemas.openxmlformats.org/officeDocument/2006/relationships/image" Target="../media/image99.png"/><Relationship Id="rId7" Type="http://schemas.openxmlformats.org/officeDocument/2006/relationships/image" Target="../media/image101.png"/><Relationship Id="rId2" Type="http://schemas.openxmlformats.org/officeDocument/2006/relationships/notesSlide" Target="../notesSlides/notesSlide102.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100.png"/><Relationship Id="rId4" Type="http://schemas.openxmlformats.org/officeDocument/2006/relationships/image" Target="../media/image32.png"/><Relationship Id="rId8" Type="http://schemas.openxmlformats.org/officeDocument/2006/relationships/image" Target="../media/lapiz-donde.png"/></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 Id="rId3" Type="http://schemas.openxmlformats.org/officeDocument/2006/relationships/image" Target="../media/lapiz-donde.png"/></Relationships>
</file>

<file path=ppt/slides/_rels/slide10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04.xml"/><Relationship Id="rId1" Type="http://schemas.openxmlformats.org/officeDocument/2006/relationships/slideLayout" Target="../slideLayouts/slideLayout4.xml"/><Relationship Id="rId4" Type="http://schemas.openxmlformats.org/officeDocument/2006/relationships/image" Target="../media/lapiz-donde.png"/></Relationships>
</file>

<file path=ppt/slides/_rels/slide105.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3.png"/><Relationship Id="rId2" Type="http://schemas.openxmlformats.org/officeDocument/2006/relationships/notesSlide" Target="../notesSlides/notesSlide10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png"/><Relationship Id="rId4" Type="http://schemas.openxmlformats.org/officeDocument/2006/relationships/image" Target="../media/image102.png"/><Relationship Id="rId8" Type="http://schemas.openxmlformats.org/officeDocument/2006/relationships/image" Target="../media/lapiz-donde.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5.xml"/><Relationship Id="rId3" Type="http://schemas.openxmlformats.org/officeDocument/2006/relationships/image" Target="../media/lapiz-donde.pn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No </a:t>
            </a:r>
            <a:r>
              <a:rPr lang="en-US" sz="2400" dirty="0" err="1">
                <a:solidFill>
                  <a:schemeClr val="tx1"/>
                </a:solidFill>
              </a:rPr>
              <a:t>más</a:t>
            </a:r>
            <a:r>
              <a:rPr lang="en-US" sz="2400" dirty="0">
                <a:solidFill>
                  <a:schemeClr val="tx1"/>
                </a:solidFill>
              </a:rPr>
              <a:t> de 5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
        <p:nvSpPr>
          <p:cNvPr id="26" name="Dónde escribir"/>
          <p:cNvSpPr/>
          <p:nvPr/>
        </p:nvSpPr>
        <p:spPr>
          <a:xfrm>
            <a:off x="6404457" y="6291072"/>
            <a:ext cx="452262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Calentamiento</a:t>
            </a:r>
          </a:p>
        </p:txBody>
      </p:sp>
      <p:sp>
        <p:nvSpPr>
          <p:cNvPr id="27" name="Dónde escribir: círculo"/>
          <p:cNvSpPr/>
          <p:nvPr/>
        </p:nvSpPr>
        <p:spPr>
          <a:xfrm>
            <a:off x="645932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7"/>
          <a:stretch>
            <a:fillRect/>
          </a:stretch>
        </p:blipFill>
        <p:spPr>
          <a:xfrm>
            <a:off x="6532473" y="6409944"/>
            <a:ext cx="146304" cy="14630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35</a:t>
            </a:fld>
            <a:endParaRPr lang="en-US"/>
          </a:p>
        </p:txBody>
      </p:sp>
      <p:sp>
        <p:nvSpPr>
          <p:cNvPr id="26"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27" name="Dónde escribir: círculo"/>
          <p:cNvSpPr/>
          <p:nvPr/>
        </p:nvSpPr>
        <p:spPr>
          <a:xfrm>
            <a:off x="661476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87921" y="6409944"/>
            <a:ext cx="146304" cy="14630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36</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
        <p:nvSpPr>
          <p:cNvPr id="29"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30" name="Dónde escribir: círculo"/>
          <p:cNvSpPr/>
          <p:nvPr/>
        </p:nvSpPr>
        <p:spPr>
          <a:xfrm>
            <a:off x="6614769" y="6336792"/>
            <a:ext cx="292608" cy="292608"/>
          </a:xfrm>
          <a:prstGeom prst="ellipse">
            <a:avLst/>
          </a:prstGeom>
          <a:solidFill>
            <a:schemeClr val="accent1"/>
          </a:solidFill>
          <a:ln>
            <a:noFill/>
          </a:ln>
        </p:spPr>
      </p:sp>
      <p:pic>
        <p:nvPicPr>
          <p:cNvPr id="31" name="Dónde escribir: lápiz" descr="Lápiz"/>
          <p:cNvPicPr>
            <a:picLocks noChangeAspect="1"/>
          </p:cNvPicPr>
          <p:nvPr/>
        </p:nvPicPr>
        <p:blipFill>
          <a:blip r:embed="rId7"/>
          <a:stretch>
            <a:fillRect/>
          </a:stretch>
        </p:blipFill>
        <p:spPr>
          <a:xfrm>
            <a:off x="6687921" y="6409944"/>
            <a:ext cx="146304" cy="146304"/>
          </a:xfrm>
          <a:prstGeom prst="rect">
            <a:avLst/>
          </a:prstGeom>
        </p:spPr>
      </p:pic>
    </p:spTree>
    <p:extLst>
      <p:ext uri="{BB962C8B-B14F-4D97-AF65-F5344CB8AC3E}">
        <p14:creationId xmlns:p14="http://schemas.microsoft.com/office/powerpoint/2010/main" val="3482379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37</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34886" y="6409944"/>
            <a:ext cx="146304" cy="14630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38</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34886" y="6409944"/>
            <a:ext cx="146304" cy="14630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39</a:t>
            </a:fld>
            <a:endParaRPr lang="en-US"/>
          </a:p>
        </p:txBody>
      </p:sp>
      <p:sp>
        <p:nvSpPr>
          <p:cNvPr id="28"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9" name="Dónde escribir: círculo"/>
          <p:cNvSpPr/>
          <p:nvPr/>
        </p:nvSpPr>
        <p:spPr>
          <a:xfrm>
            <a:off x="655624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5"/>
          <a:stretch>
            <a:fillRect/>
          </a:stretch>
        </p:blipFill>
        <p:spPr>
          <a:xfrm>
            <a:off x="6629399" y="6409944"/>
            <a:ext cx="146304" cy="14630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40</a:t>
            </a:fld>
            <a:endParaRPr lang="en-US"/>
          </a:p>
        </p:txBody>
      </p:sp>
      <p:sp>
        <p:nvSpPr>
          <p:cNvPr id="26"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7" name="Dónde escribir: círculo"/>
          <p:cNvSpPr/>
          <p:nvPr/>
        </p:nvSpPr>
        <p:spPr>
          <a:xfrm>
            <a:off x="65562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29399" y="6409944"/>
            <a:ext cx="146304" cy="14630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indent="0" algn="ctr">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515099" y="6291072"/>
            <a:ext cx="441198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Nuestro caso</a:t>
            </a:r>
          </a:p>
        </p:txBody>
      </p:sp>
      <p:sp>
        <p:nvSpPr>
          <p:cNvPr id="27" name="Dónde escribir: círculo"/>
          <p:cNvSpPr/>
          <p:nvPr/>
        </p:nvSpPr>
        <p:spPr>
          <a:xfrm>
            <a:off x="656996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43115" y="6409944"/>
            <a:ext cx="146304" cy="1463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34"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Proceso, problema y tabla SCAMPER (ámbar)</a:t>
            </a:r>
          </a:p>
        </p:txBody>
      </p:sp>
      <p:sp>
        <p:nvSpPr>
          <p:cNvPr id="35" name="Dónde escribir: círculo"/>
          <p:cNvSpPr/>
          <p:nvPr/>
        </p:nvSpPr>
        <p:spPr>
          <a:xfrm>
            <a:off x="4431182"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5"/>
          <a:stretch>
            <a:fillRect/>
          </a:stretch>
        </p:blipFill>
        <p:spPr>
          <a:xfrm>
            <a:off x="4504334" y="6409944"/>
            <a:ext cx="146304" cy="14630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4707331" y="6291072"/>
            <a:ext cx="621974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prompt bajo la tabla; su idea, en verde</a:t>
            </a:r>
          </a:p>
        </p:txBody>
      </p:sp>
      <p:sp>
        <p:nvSpPr>
          <p:cNvPr id="27" name="Dónde escribir: círculo"/>
          <p:cNvSpPr/>
          <p:nvPr/>
        </p:nvSpPr>
        <p:spPr>
          <a:xfrm>
            <a:off x="476219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835347" y="6409944"/>
            <a:ext cx="146304" cy="14630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7489" y="6291072"/>
            <a:ext cx="540959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Conclusiones de SCAMPER</a:t>
            </a:r>
          </a:p>
        </p:txBody>
      </p:sp>
      <p:sp>
        <p:nvSpPr>
          <p:cNvPr id="27" name="Dónde escribir: círculo"/>
          <p:cNvSpPr/>
          <p:nvPr/>
        </p:nvSpPr>
        <p:spPr>
          <a:xfrm>
            <a:off x="557235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645505" y="6409944"/>
            <a:ext cx="146304" cy="14630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8" name="Dónde escribir"/>
          <p:cNvSpPr/>
          <p:nvPr/>
        </p:nvSpPr>
        <p:spPr>
          <a:xfrm>
            <a:off x="5763463" y="6291072"/>
            <a:ext cx="516361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tabla de la ronda sin IA</a:t>
            </a:r>
          </a:p>
        </p:txBody>
      </p:sp>
      <p:sp>
        <p:nvSpPr>
          <p:cNvPr id="29" name="Dónde escribir: círculo"/>
          <p:cNvSpPr/>
          <p:nvPr/>
        </p:nvSpPr>
        <p:spPr>
          <a:xfrm>
            <a:off x="581832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3"/>
          <a:stretch>
            <a:fillRect/>
          </a:stretch>
        </p:blipFill>
        <p:spPr>
          <a:xfrm>
            <a:off x="5891479" y="6409944"/>
            <a:ext cx="146304" cy="146304"/>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082235" y="6291072"/>
            <a:ext cx="584484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el prompt está debajo de la tabla</a:t>
            </a:r>
          </a:p>
        </p:txBody>
      </p:sp>
      <p:sp>
        <p:nvSpPr>
          <p:cNvPr id="27" name="Dónde escribir: círculo"/>
          <p:cNvSpPr/>
          <p:nvPr/>
        </p:nvSpPr>
        <p:spPr>
          <a:xfrm>
            <a:off x="513709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210251" y="6409944"/>
            <a:ext cx="146304" cy="14630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466283" y="6291072"/>
            <a:ext cx="54607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Revisión de la tabla de la IA</a:t>
            </a:r>
          </a:p>
        </p:txBody>
      </p:sp>
      <p:sp>
        <p:nvSpPr>
          <p:cNvPr id="27" name="Dónde escribir: círculo"/>
          <p:cNvSpPr/>
          <p:nvPr/>
        </p:nvSpPr>
        <p:spPr>
          <a:xfrm>
            <a:off x="55211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594299" y="6409944"/>
            <a:ext cx="146304" cy="14630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2003" y="6291072"/>
            <a:ext cx="541507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Las tres mejores propuestas</a:t>
            </a:r>
          </a:p>
        </p:txBody>
      </p:sp>
      <p:sp>
        <p:nvSpPr>
          <p:cNvPr id="27" name="Dónde escribir: círculo"/>
          <p:cNvSpPr/>
          <p:nvPr/>
        </p:nvSpPr>
        <p:spPr>
          <a:xfrm>
            <a:off x="556686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5640019" y="6409944"/>
            <a:ext cx="146304" cy="146304"/>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229807" y="6291072"/>
            <a:ext cx="469727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Puesta en común</a:t>
            </a:r>
          </a:p>
        </p:txBody>
      </p:sp>
      <p:sp>
        <p:nvSpPr>
          <p:cNvPr id="27" name="Dónde escribir: círculo"/>
          <p:cNvSpPr/>
          <p:nvPr/>
        </p:nvSpPr>
        <p:spPr>
          <a:xfrm>
            <a:off x="628467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357823" y="6409944"/>
            <a:ext cx="146304" cy="14630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305702" y="6291072"/>
            <a:ext cx="4621377"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¿Qué falla aquí?</a:t>
            </a:r>
          </a:p>
        </p:txBody>
      </p:sp>
      <p:sp>
        <p:nvSpPr>
          <p:cNvPr id="27" name="Dónde escribir: círculo"/>
          <p:cNvSpPr/>
          <p:nvPr/>
        </p:nvSpPr>
        <p:spPr>
          <a:xfrm>
            <a:off x="6360566"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6433718" y="6409944"/>
            <a:ext cx="146304" cy="14630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
        <p:nvSpPr>
          <p:cNvPr id="32"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hoja «Matriz»  ›  celdas ámbar</a:t>
            </a:r>
          </a:p>
        </p:txBody>
      </p:sp>
      <p:sp>
        <p:nvSpPr>
          <p:cNvPr id="33" name="Dónde escribir: círculo"/>
          <p:cNvSpPr/>
          <p:nvPr/>
        </p:nvSpPr>
        <p:spPr>
          <a:xfrm>
            <a:off x="6561734" y="6336792"/>
            <a:ext cx="292608" cy="292608"/>
          </a:xfrm>
          <a:prstGeom prst="ellipse">
            <a:avLst/>
          </a:prstGeom>
          <a:solidFill>
            <a:schemeClr val="accent1"/>
          </a:solidFill>
          <a:ln>
            <a:noFill/>
          </a:ln>
        </p:spPr>
      </p:sp>
      <p:pic>
        <p:nvPicPr>
          <p:cNvPr id="34" name="Dónde escribir: lápiz" descr="Lápiz"/>
          <p:cNvPicPr>
            <a:picLocks noChangeAspect="1"/>
          </p:cNvPicPr>
          <p:nvPr/>
        </p:nvPicPr>
        <p:blipFill>
          <a:blip r:embed="rId8"/>
          <a:stretch>
            <a:fillRect/>
          </a:stretch>
        </p:blipFill>
        <p:spPr>
          <a:xfrm>
            <a:off x="6634886" y="6409944"/>
            <a:ext cx="146304" cy="146304"/>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70</a:t>
            </a:fld>
            <a:endParaRPr lang="en-US"/>
          </a:p>
        </p:txBody>
      </p:sp>
      <p:sp>
        <p:nvSpPr>
          <p:cNvPr id="26" name="Dónde escribir"/>
          <p:cNvSpPr/>
          <p:nvPr/>
        </p:nvSpPr>
        <p:spPr>
          <a:xfrm>
            <a:off x="4935016" y="6291072"/>
            <a:ext cx="5992063"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¿Qué observó la IA? ¿Tenía razón?</a:t>
            </a:r>
          </a:p>
        </p:txBody>
      </p:sp>
      <p:sp>
        <p:nvSpPr>
          <p:cNvPr id="27" name="Dónde escribir: círculo"/>
          <p:cNvSpPr/>
          <p:nvPr/>
        </p:nvSpPr>
        <p:spPr>
          <a:xfrm>
            <a:off x="4989880"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063032" y="6409944"/>
            <a:ext cx="146304" cy="14630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71</a:t>
            </a:fld>
            <a:endParaRPr lang="en-US"/>
          </a:p>
        </p:txBody>
      </p:sp>
      <p:sp>
        <p:nvSpPr>
          <p:cNvPr id="26" name="Dónde escribir"/>
          <p:cNvSpPr/>
          <p:nvPr/>
        </p:nvSpPr>
        <p:spPr>
          <a:xfrm>
            <a:off x="4193438" y="6291072"/>
            <a:ext cx="67336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Propuesta ganadora y «Elegimos… porque…»</a:t>
            </a:r>
          </a:p>
        </p:txBody>
      </p:sp>
      <p:sp>
        <p:nvSpPr>
          <p:cNvPr id="27" name="Dónde escribir: círculo"/>
          <p:cNvSpPr/>
          <p:nvPr/>
        </p:nvSpPr>
        <p:spPr>
          <a:xfrm>
            <a:off x="424830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4321454" y="6409944"/>
            <a:ext cx="146304" cy="146304"/>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76</a:t>
            </a:fld>
            <a:endParaRPr lang="en-US"/>
          </a:p>
        </p:txBody>
      </p:sp>
      <p:sp>
        <p:nvSpPr>
          <p:cNvPr id="26"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6 · el prompt está en la página de trabajo</a:t>
            </a:r>
          </a:p>
        </p:txBody>
      </p:sp>
      <p:sp>
        <p:nvSpPr>
          <p:cNvPr id="27" name="Dónde escribir: círculo"/>
          <p:cNvSpPr/>
          <p:nvPr/>
        </p:nvSpPr>
        <p:spPr>
          <a:xfrm>
            <a:off x="443118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4504334" y="6409944"/>
            <a:ext cx="146304" cy="146304"/>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el archivo: en el bloque 4 lo ampliaréis hasta el documento.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
        <p:nvSpPr>
          <p:cNvPr id="26" name="Dónde escribir"/>
          <p:cNvSpPr/>
          <p:nvPr/>
        </p:nvSpPr>
        <p:spPr>
          <a:xfrm>
            <a:off x="4924958" y="6291072"/>
            <a:ext cx="600212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Tres cosas que cambiamos</a:t>
            </a:r>
          </a:p>
        </p:txBody>
      </p:sp>
      <p:sp>
        <p:nvSpPr>
          <p:cNvPr id="27" name="Dónde escribir: círculo"/>
          <p:cNvSpPr/>
          <p:nvPr/>
        </p:nvSpPr>
        <p:spPr>
          <a:xfrm>
            <a:off x="497982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052974" y="6409944"/>
            <a:ext cx="146304" cy="146304"/>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Apuntadlas en la página de trabajo del documento:</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el mismo archivo, los seis apartados de la ficha,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
        <p:nvSpPr>
          <p:cNvPr id="46" name="Dónde escribir"/>
          <p:cNvSpPr/>
          <p:nvPr/>
        </p:nvSpPr>
        <p:spPr>
          <a:xfrm>
            <a:off x="5565038" y="6291072"/>
            <a:ext cx="53620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7 · máximo dos páginas</a:t>
            </a:r>
          </a:p>
        </p:txBody>
      </p:sp>
      <p:sp>
        <p:nvSpPr>
          <p:cNvPr id="47" name="Dónde escribir: círculo"/>
          <p:cNvSpPr/>
          <p:nvPr/>
        </p:nvSpPr>
        <p:spPr>
          <a:xfrm>
            <a:off x="5619902" y="6336792"/>
            <a:ext cx="292608" cy="292608"/>
          </a:xfrm>
          <a:prstGeom prst="ellipse">
            <a:avLst/>
          </a:prstGeom>
          <a:solidFill>
            <a:schemeClr val="accent1"/>
          </a:solidFill>
          <a:ln>
            <a:noFill/>
          </a:ln>
        </p:spPr>
      </p:sp>
      <p:pic>
        <p:nvPicPr>
          <p:cNvPr id="48" name="Dónde escribir: lápiz" descr="Lápiz"/>
          <p:cNvPicPr>
            <a:picLocks noChangeAspect="1"/>
          </p:cNvPicPr>
          <p:nvPr/>
        </p:nvPicPr>
        <p:blipFill>
          <a:blip r:embed="rId6"/>
          <a:stretch>
            <a:fillRect/>
          </a:stretch>
        </p:blipFill>
        <p:spPr>
          <a:xfrm>
            <a:off x="5693054" y="6409944"/>
            <a:ext cx="146304" cy="146304"/>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
        <p:nvSpPr>
          <p:cNvPr id="34"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35" name="Dónde escribir: círculo"/>
          <p:cNvSpPr/>
          <p:nvPr/>
        </p:nvSpPr>
        <p:spPr>
          <a:xfrm>
            <a:off x="5843015"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8"/>
          <a:stretch>
            <a:fillRect/>
          </a:stretch>
        </p:blipFill>
        <p:spPr>
          <a:xfrm>
            <a:off x="5916167" y="6409944"/>
            <a:ext cx="146304" cy="146304"/>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
        <p:nvSpPr>
          <p:cNvPr id="26" name="Dónde escribir"/>
          <p:cNvSpPr/>
          <p:nvPr/>
        </p:nvSpPr>
        <p:spPr>
          <a:xfrm>
            <a:off x="4562855" y="6291072"/>
            <a:ext cx="63642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Indicadores (el prompt está ahí)</a:t>
            </a:r>
          </a:p>
        </p:txBody>
      </p:sp>
      <p:sp>
        <p:nvSpPr>
          <p:cNvPr id="27" name="Dónde escribir: círculo"/>
          <p:cNvSpPr/>
          <p:nvPr/>
        </p:nvSpPr>
        <p:spPr>
          <a:xfrm>
            <a:off x="461771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4690871" y="6409944"/>
            <a:ext cx="146304" cy="146304"/>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89</a:t>
            </a:fld>
            <a:endParaRPr lang="en-US"/>
          </a:p>
        </p:txBody>
      </p:sp>
      <p:sp>
        <p:nvSpPr>
          <p:cNvPr id="26"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27" name="Dónde escribir: círculo"/>
          <p:cNvSpPr/>
          <p:nvPr/>
        </p:nvSpPr>
        <p:spPr>
          <a:xfrm>
            <a:off x="584301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916167" y="6409944"/>
            <a:ext cx="146304" cy="146304"/>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
        <p:nvSpPr>
          <p:cNvPr id="26" name="Dónde escribir"/>
          <p:cNvSpPr/>
          <p:nvPr/>
        </p:nvSpPr>
        <p:spPr>
          <a:xfrm>
            <a:off x="5890564" y="6291072"/>
            <a:ext cx="5036515"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presentacion_proyecto.pptx</a:t>
            </a:r>
            <a:r>
              <a:rPr lang="es-ES" sz="1300" dirty="0">
                <a:solidFill>
                  <a:schemeClr val="tx1"/>
                </a:solidFill>
                <a:latin typeface="+mn-lt"/>
              </a:rPr>
              <a:t>  ›  una diapositiva para cada parte</a:t>
            </a:r>
          </a:p>
        </p:txBody>
      </p:sp>
      <p:sp>
        <p:nvSpPr>
          <p:cNvPr id="27" name="Dónde escribir: círculo"/>
          <p:cNvSpPr/>
          <p:nvPr/>
        </p:nvSpPr>
        <p:spPr>
          <a:xfrm>
            <a:off x="5945428"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018580" y="6409944"/>
            <a:ext cx="146304" cy="146304"/>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100</a:t>
            </a:fld>
            <a:endParaRPr lang="en-US"/>
          </a:p>
        </p:txBody>
      </p:sp>
      <p:sp>
        <p:nvSpPr>
          <p:cNvPr id="26" name="Dónde escribir"/>
          <p:cNvSpPr/>
          <p:nvPr/>
        </p:nvSpPr>
        <p:spPr>
          <a:xfrm>
            <a:off x="5782665" y="6291072"/>
            <a:ext cx="51444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Ensayo: la primera frase</a:t>
            </a:r>
          </a:p>
        </p:txBody>
      </p:sp>
      <p:sp>
        <p:nvSpPr>
          <p:cNvPr id="27" name="Dónde escribir: círculo"/>
          <p:cNvSpPr/>
          <p:nvPr/>
        </p:nvSpPr>
        <p:spPr>
          <a:xfrm>
            <a:off x="583752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5910681" y="6409944"/>
            <a:ext cx="146304" cy="146304"/>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102</a:t>
            </a:fld>
            <a:endParaRPr lang="en-US"/>
          </a:p>
        </p:txBody>
      </p:sp>
      <p:sp>
        <p:nvSpPr>
          <p:cNvPr id="27" name="Dónde escribir"/>
          <p:cNvSpPr/>
          <p:nvPr/>
        </p:nvSpPr>
        <p:spPr>
          <a:xfrm>
            <a:off x="6048755" y="6291072"/>
            <a:ext cx="48783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Como observadores</a:t>
            </a:r>
          </a:p>
        </p:txBody>
      </p:sp>
      <p:sp>
        <p:nvSpPr>
          <p:cNvPr id="28" name="Dónde escribir: círculo"/>
          <p:cNvSpPr/>
          <p:nvPr/>
        </p:nvSpPr>
        <p:spPr>
          <a:xfrm>
            <a:off x="610361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6176771" y="6409944"/>
            <a:ext cx="146304" cy="146304"/>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103</a:t>
            </a:fld>
            <a:endParaRPr lang="en-US"/>
          </a:p>
        </p:txBody>
      </p:sp>
      <p:sp>
        <p:nvSpPr>
          <p:cNvPr id="26" name="Dónde escribir"/>
          <p:cNvSpPr/>
          <p:nvPr/>
        </p:nvSpPr>
        <p:spPr>
          <a:xfrm>
            <a:off x="4131259" y="6291072"/>
            <a:ext cx="679582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La IA como evaluador crítico (el prompt está ahí)</a:t>
            </a:r>
          </a:p>
        </p:txBody>
      </p:sp>
      <p:sp>
        <p:nvSpPr>
          <p:cNvPr id="27" name="Dónde escribir: círculo"/>
          <p:cNvSpPr/>
          <p:nvPr/>
        </p:nvSpPr>
        <p:spPr>
          <a:xfrm>
            <a:off x="418612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259275" y="6409944"/>
            <a:ext cx="146304" cy="146304"/>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104</a:t>
            </a:fld>
            <a:endParaRPr lang="en-US"/>
          </a:p>
        </p:txBody>
      </p:sp>
      <p:sp>
        <p:nvSpPr>
          <p:cNvPr id="26" name="Dónde escribir"/>
          <p:cNvSpPr/>
          <p:nvPr/>
        </p:nvSpPr>
        <p:spPr>
          <a:xfrm>
            <a:off x="5883249" y="6291072"/>
            <a:ext cx="504383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tabla «Crítica de la IA»</a:t>
            </a:r>
          </a:p>
        </p:txBody>
      </p:sp>
      <p:sp>
        <p:nvSpPr>
          <p:cNvPr id="27" name="Dónde escribir: círculo"/>
          <p:cNvSpPr/>
          <p:nvPr/>
        </p:nvSpPr>
        <p:spPr>
          <a:xfrm>
            <a:off x="593811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011265" y="6409944"/>
            <a:ext cx="146304" cy="146304"/>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105</a:t>
            </a:fld>
            <a:endParaRPr lang="en-US"/>
          </a:p>
        </p:txBody>
      </p:sp>
      <p:sp>
        <p:nvSpPr>
          <p:cNvPr id="27" name="Dónde escribir"/>
          <p:cNvSpPr/>
          <p:nvPr/>
        </p:nvSpPr>
        <p:spPr>
          <a:xfrm>
            <a:off x="5439765" y="6291072"/>
            <a:ext cx="54873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Mi relato para una entrevista</a:t>
            </a:r>
          </a:p>
        </p:txBody>
      </p:sp>
      <p:sp>
        <p:nvSpPr>
          <p:cNvPr id="28" name="Dónde escribir: círculo"/>
          <p:cNvSpPr/>
          <p:nvPr/>
        </p:nvSpPr>
        <p:spPr>
          <a:xfrm>
            <a:off x="549462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5567781" y="6409944"/>
            <a:ext cx="146304" cy="146304"/>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107</a:t>
            </a:fld>
            <a:endParaRPr lang="en-US"/>
          </a:p>
        </p:txBody>
      </p:sp>
      <p:sp>
        <p:nvSpPr>
          <p:cNvPr id="26" name="Dónde escribir"/>
          <p:cNvSpPr/>
          <p:nvPr/>
        </p:nvSpPr>
        <p:spPr>
          <a:xfrm>
            <a:off x="6475780" y="6291072"/>
            <a:ext cx="445129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Para llevarme</a:t>
            </a:r>
          </a:p>
        </p:txBody>
      </p:sp>
      <p:sp>
        <p:nvSpPr>
          <p:cNvPr id="27" name="Dónde escribir: círculo"/>
          <p:cNvSpPr/>
          <p:nvPr/>
        </p:nvSpPr>
        <p:spPr>
          <a:xfrm>
            <a:off x="653064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03796" y="6409944"/>
            <a:ext cx="146304" cy="146304"/>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11543</Words>
  <Application>Microsoft Office PowerPoint</Application>
  <PresentationFormat>Panorámica</PresentationFormat>
  <Paragraphs>1447</Paragraphs>
  <Slides>108</Slides>
  <Notes>108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108</vt:i4>
      </vt:variant>
    </vt:vector>
  </HeadingPairs>
  <TitlesOfParts>
    <vt:vector size="112"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Abrid el cuaderno de ejercicios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Seguimos en el cuaderno</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Abrid la matriz de decisión</vt:lpstr>
      <vt:lpstr>Ejercicio 4: elegir con criterio</vt:lpstr>
      <vt:lpstr>Paso 6: que la IA revise la matriz</vt:lpstr>
      <vt:lpstr>Paso 7: decidid</vt:lpstr>
      <vt:lpstr>Ejercicio 4: vuestras conclusiones</vt:lpstr>
      <vt:lpstr>Una propuesta en una página</vt:lpstr>
      <vt:lpstr>La IA propone, vosotros decidís</vt:lpstr>
      <vt:lpstr>Abrid el documento del proyecto</vt:lpstr>
      <vt:lpstr>Ficha exprés con IA</vt:lpstr>
      <vt:lpstr>Ficha exprés: ¿qué habéis cambiado?</vt:lpstr>
      <vt:lpstr>Lo que llevamos hecho</vt:lpstr>
      <vt:lpstr>Presentación de PowerPoint</vt:lpstr>
      <vt:lpstr>Desarrollo de la propuesta ganadora</vt:lpstr>
      <vt:lpstr>Qué vamos a hacer en este bloque</vt:lpstr>
      <vt:lpstr>Seguimos en el documento del proyecto</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Abrid la plantilla de la presentación</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Volvemos al cuaderno</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12</cp:revision>
  <dcterms:created xsi:type="dcterms:W3CDTF">2026-10-17T13:29:48Z</dcterms:created>
  <dcterms:modified xsi:type="dcterms:W3CDTF">2026-10-21T12:26:49Z</dcterms:modified>
</cp:coreProperties>
</file>