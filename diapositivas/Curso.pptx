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02.xml" ContentType="application/vnd.openxmlformats-officedocument.presentationml.slide+xml"/>
  <Override PartName="/ppt/notesSlides/notesSlide102x.xml" ContentType="application/vnd.openxmlformats-officedocument.presentationml.notesSlide+xml"/>
  <Override PartName="/ppt/slides/slide103.xml" ContentType="application/vnd.openxmlformats-officedocument.presentationml.slide+xml"/>
  <Override PartName="/ppt/notesSlides/notesSlide103x.xml" ContentType="application/vnd.openxmlformats-officedocument.presentationml.notesSlide+xml"/>
  <Override PartName="/ppt/slides/slide104.xml" ContentType="application/vnd.openxmlformats-officedocument.presentationml.slide+xml"/>
  <Override PartName="/ppt/notesSlides/notesSlide104x.xml" ContentType="application/vnd.openxmlformats-officedocument.presentationml.notesSlide+xml"/>
  <Override PartName="/ppt/slides/slide105.xml" ContentType="application/vnd.openxmlformats-officedocument.presentationml.slide+xml"/>
  <Override PartName="/ppt/notesSlides/notesSlide105x.xml" ContentType="application/vnd.openxmlformats-officedocument.presentationml.notesSlide+xml"/>
  <Override PartName="/ppt/slides/slide106.xml" ContentType="application/vnd.openxmlformats-officedocument.presentationml.slide+xml"/>
  <Override PartName="/ppt/notesSlides/notesSlide106x.xml" ContentType="application/vnd.openxmlformats-officedocument.presentationml.notesSlide+xml"/>
  <Override PartName="/ppt/slides/slide107.xml" ContentType="application/vnd.openxmlformats-officedocument.presentationml.slide+xml"/>
  <Override PartName="/ppt/notesSlides/notesSlide107x.xml" ContentType="application/vnd.openxmlformats-officedocument.presentationml.notesSlide+xml"/>
  <Override PartName="/ppt/slides/slide108.xml" ContentType="application/vnd.openxmlformats-officedocument.presentationml.slide+xml"/>
  <Override PartName="/ppt/notesSlides/notesSlide108x.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108"/>
    <p:sldId id="270" r:id="rId26"/>
    <p:sldId id="272" r:id="rId27"/>
    <p:sldId id="271" r:id="rId28"/>
    <p:sldId id="273" r:id="rId29"/>
    <p:sldId id="274" r:id="rId30"/>
    <p:sldId id="284" r:id="rId31"/>
    <p:sldId id="275" r:id="rId32"/>
    <p:sldId id="276" r:id="rId33"/>
    <p:sldId id="277" r:id="rId34"/>
    <p:sldId id="278" r:id="rId35"/>
    <p:sldId id="357" r:id="rId36"/>
    <p:sldId id="279" r:id="rId37"/>
    <p:sldId id="280" r:id="rId38"/>
    <p:sldId id="281" r:id="rId39"/>
    <p:sldId id="282" r:id="rId40"/>
    <p:sldId id="283" r:id="rId41"/>
    <p:sldId id="285" r:id="rId42"/>
    <p:sldId id="359" r:id="rId109"/>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60" r:id="rId110"/>
    <p:sldId id="311" r:id="rId67"/>
    <p:sldId id="312" r:id="rId68"/>
    <p:sldId id="313" r:id="rId69"/>
    <p:sldId id="314" r:id="rId70"/>
    <p:sldId id="315" r:id="rId71"/>
    <p:sldId id="316" r:id="rId72"/>
    <p:sldId id="361" r:id="rId111"/>
    <p:sldId id="317" r:id="rId73"/>
    <p:sldId id="318" r:id="rId74"/>
    <p:sldId id="319" r:id="rId75"/>
    <p:sldId id="320" r:id="rId76"/>
    <p:sldId id="321" r:id="rId77"/>
    <p:sldId id="322" r:id="rId78"/>
    <p:sldId id="362" r:id="rId112"/>
    <p:sldId id="323" r:id="rId79"/>
    <p:sldId id="324" r:id="rId80"/>
    <p:sldId id="325" r:id="rId81"/>
    <p:sldId id="326" r:id="rId82"/>
    <p:sldId id="327" r:id="rId83"/>
    <p:sldId id="328" r:id="rId84"/>
    <p:sldId id="329" r:id="rId85"/>
    <p:sldId id="363" r:id="rId113"/>
    <p:sldId id="330" r:id="rId86"/>
    <p:sldId id="331" r:id="rId87"/>
    <p:sldId id="332" r:id="rId88"/>
    <p:sldId id="333" r:id="rId89"/>
    <p:sldId id="334" r:id="rId90"/>
    <p:sldId id="335" r:id="rId91"/>
    <p:sldId id="336" r:id="rId92"/>
    <p:sldId id="337" r:id="rId93"/>
    <p:sldId id="364" r:id="rId114"/>
    <p:sldId id="338" r:id="rId94"/>
    <p:sldId id="339" r:id="rId95"/>
    <p:sldId id="340" r:id="rId96"/>
    <p:sldId id="341" r:id="rId97"/>
    <p:sldId id="342" r:id="rId98"/>
    <p:sldId id="343" r:id="rId99"/>
    <p:sldId id="344" r:id="rId100"/>
    <p:sldId id="345" r:id="rId101"/>
    <p:sldId id="346"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6" d="100"/>
          <a:sy n="96" d="100"/>
        </p:scale>
        <p:origin x="5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  <Relationship Id="rId108" Type="http://schemas.openxmlformats.org/officeDocument/2006/relationships/slide" Target="slides/slide102.xml"/>
  <Relationship Id="rId109" Type="http://schemas.openxmlformats.org/officeDocument/2006/relationships/slide" Target="slides/slide103.xml"/>
  <Relationship Id="rId110" Type="http://schemas.openxmlformats.org/officeDocument/2006/relationships/slide" Target="slides/slide104.xml"/>
  <Relationship Id="rId111" Type="http://schemas.openxmlformats.org/officeDocument/2006/relationships/slide" Target="slides/slide105.xml"/>
  <Relationship Id="rId112" Type="http://schemas.openxmlformats.org/officeDocument/2006/relationships/slide" Target="slides/slide106.xml"/>
  <Relationship Id="rId113" Type="http://schemas.openxmlformats.org/officeDocument/2006/relationships/slide" Target="slides/slide107.xml"/>
  <Relationship Id="rId114" Type="http://schemas.openxmlformats.org/officeDocument/2006/relationships/slide" Target="slides/slide10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40.png"/><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7.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2.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0.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8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1.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82.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8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9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95.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image" Target="../media/plantilla-102-image-1-1.png"/><Relationship Id="rId2" Type="http://schemas.openxmlformats.org/officeDocument/2006/relationships/slideLayout" Target="../slideLayouts/slideLayout4.xml"/><Relationship Id="rId3" Type="http://schemas.openxmlformats.org/officeDocument/2006/relationships/notesSlide" Target="../notesSlides/notesSlide102x.xml"/></Relationships>
</file>

<file path=ppt/slides/_rels/slide103.xml.rels><?xml version="1.0" encoding="UTF-8" standalone="yes"?>
<Relationships xmlns="http://schemas.openxmlformats.org/package/2006/relationships"><Relationship Id="rId1" Type="http://schemas.openxmlformats.org/officeDocument/2006/relationships/image" Target="../media/plantilla-103-image-2-1.png"/><Relationship Id="rId2" Type="http://schemas.openxmlformats.org/officeDocument/2006/relationships/slideLayout" Target="../slideLayouts/slideLayout4.xml"/><Relationship Id="rId3" Type="http://schemas.openxmlformats.org/officeDocument/2006/relationships/notesSlide" Target="../notesSlides/notesSlide103x.xml"/></Relationships>
</file>

<file path=ppt/slides/_rels/slide104.xml.rels><?xml version="1.0" encoding="UTF-8" standalone="yes"?>
<Relationships xmlns="http://schemas.openxmlformats.org/package/2006/relationships"><Relationship Id="rId1" Type="http://schemas.openxmlformats.org/officeDocument/2006/relationships/image" Target="../media/plantilla-104-image-3-1.png"/><Relationship Id="rId2" Type="http://schemas.openxmlformats.org/officeDocument/2006/relationships/slideLayout" Target="../slideLayouts/slideLayout4.xml"/><Relationship Id="rId3" Type="http://schemas.openxmlformats.org/officeDocument/2006/relationships/notesSlide" Target="../notesSlides/notesSlide104x.xml"/></Relationships>
</file>

<file path=ppt/slides/_rels/slide105.xml.rels><?xml version="1.0" encoding="UTF-8" standalone="yes"?>
<Relationships xmlns="http://schemas.openxmlformats.org/package/2006/relationships"><Relationship Id="rId1" Type="http://schemas.openxmlformats.org/officeDocument/2006/relationships/image" Target="../media/plantilla-105-image-4-1.png"/><Relationship Id="rId2" Type="http://schemas.openxmlformats.org/officeDocument/2006/relationships/slideLayout" Target="../slideLayouts/slideLayout4.xml"/><Relationship Id="rId3" Type="http://schemas.openxmlformats.org/officeDocument/2006/relationships/notesSlide" Target="../notesSlides/notesSlide105x.xml"/></Relationships>
</file>

<file path=ppt/slides/_rels/slide106.xml.rels><?xml version="1.0" encoding="UTF-8" standalone="yes"?>
<Relationships xmlns="http://schemas.openxmlformats.org/package/2006/relationships"><Relationship Id="rId1" Type="http://schemas.openxmlformats.org/officeDocument/2006/relationships/image" Target="../media/plantilla-106-image-5-1.png"/><Relationship Id="rId2" Type="http://schemas.openxmlformats.org/officeDocument/2006/relationships/slideLayout" Target="../slideLayouts/slideLayout4.xml"/><Relationship Id="rId3" Type="http://schemas.openxmlformats.org/officeDocument/2006/relationships/notesSlide" Target="../notesSlides/notesSlide106x.xml"/></Relationships>
</file>

<file path=ppt/slides/_rels/slide107.xml.rels><?xml version="1.0" encoding="UTF-8" standalone="yes"?>
<Relationships xmlns="http://schemas.openxmlformats.org/package/2006/relationships"><Relationship Id="rId1" Type="http://schemas.openxmlformats.org/officeDocument/2006/relationships/image" Target="../media/plantilla-107-image-6-1.png"/><Relationship Id="rId2" Type="http://schemas.openxmlformats.org/officeDocument/2006/relationships/slideLayout" Target="../slideLayouts/slideLayout4.xml"/><Relationship Id="rId3" Type="http://schemas.openxmlformats.org/officeDocument/2006/relationships/notesSlide" Target="../notesSlides/notesSlide107x.xml"/></Relationships>
</file>

<file path=ppt/slides/_rels/slide108.xml.rels><?xml version="1.0" encoding="UTF-8" standalone="yes"?>
<Relationships xmlns="http://schemas.openxmlformats.org/package/2006/relationships"><Relationship Id="rId1" Type="http://schemas.openxmlformats.org/officeDocument/2006/relationships/image" Target="../media/plantilla-108-image-7-1.png"/><Relationship Id="rId2" Type="http://schemas.openxmlformats.org/officeDocument/2006/relationships/slideLayout" Target="../slideLayouts/slideLayout4.xml"/><Relationship Id="rId3" Type="http://schemas.openxmlformats.org/officeDocument/2006/relationships/notesSlide" Target="../notesSlides/notesSlide108x.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30</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35</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Tree>
    <p:extLst>
      <p:ext uri="{BB962C8B-B14F-4D97-AF65-F5344CB8AC3E}">
        <p14:creationId xmlns:p14="http://schemas.microsoft.com/office/powerpoint/2010/main" val="3482379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algn="ctr" indent="0" marL="0">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10783</Words>
  <Application>Microsoft Office PowerPoint</Application>
  <PresentationFormat>Panorámica</PresentationFormat>
  <Paragraphs>1356</Paragraphs>
  <Slides>101</Slides>
  <Notes>101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101</vt:i4>
      </vt:variant>
    </vt:vector>
  </HeadingPairs>
  <TitlesOfParts>
    <vt:vector size="105"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11</cp:revision>
  <dcterms:created xsi:type="dcterms:W3CDTF">2026-10-17T13:29:48Z</dcterms:created>
  <dcterms:modified xsi:type="dcterms:W3CDTF">2026-10-21T11:10:25Z</dcterms:modified>
</cp:coreProperties>
</file>