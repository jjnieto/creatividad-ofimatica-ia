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7"/>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84" r:id="rId25"/>
    <p:sldId id="275" r:id="rId26"/>
    <p:sldId id="276" r:id="rId27"/>
    <p:sldId id="277" r:id="rId28"/>
    <p:sldId id="278" r:id="rId29"/>
    <p:sldId id="279" r:id="rId30"/>
    <p:sldId id="280" r:id="rId31"/>
    <p:sldId id="281" r:id="rId32"/>
    <p:sldId id="282" r:id="rId33"/>
    <p:sldId id="283"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264"/>
            <p14:sldId id="265"/>
            <p14:sldId id="266"/>
            <p14:sldId id="267"/>
            <p14:sldId id="268"/>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Se mantiene la regla del curso: en cada técnica, primero piensa la pareja y después se pide ayuda a la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6.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6.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2.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74.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7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5.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7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0.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2.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8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89.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Qué vamos a hacer y por qué</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Prólogo</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estructurada,</a:t>
            </a:r>
            <a:endParaRPr lang="en-US" sz="3400" dirty="0"/>
          </a:p>
          <a:p>
            <a:pPr marL="0" indent="0">
              <a:buNone/>
            </a:pP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tres que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242041" y="2331720"/>
            <a:ext cx="9707613" cy="0"/>
          </a:xfrm>
          <a:prstGeom prst="line">
            <a:avLst/>
          </a:prstGeom>
          <a:noFill/>
          <a:ln w="50800">
            <a:solidFill>
              <a:srgbClr val="F2F4F8"/>
            </a:solidFill>
            <a:prstDash val="solid"/>
          </a:ln>
        </p:spPr>
      </p:sp>
      <p:sp>
        <p:nvSpPr>
          <p:cNvPr id="4" name="Paso 1"/>
          <p:cNvSpPr/>
          <p:nvPr/>
        </p:nvSpPr>
        <p:spPr>
          <a:xfrm>
            <a:off x="716261" y="1805940"/>
            <a:ext cx="1051560" cy="1051560"/>
          </a:xfrm>
          <a:prstGeom prst="ellipse">
            <a:avLst/>
          </a:prstGeom>
          <a:solidFill>
            <a:schemeClr val="tx2"/>
          </a:solidFill>
          <a:ln/>
        </p:spPr>
      </p:sp>
      <p:sp>
        <p:nvSpPr>
          <p:cNvPr id="5" name="Text 3"/>
          <p:cNvSpPr txBox="1"/>
          <p:nvPr/>
        </p:nvSpPr>
        <p:spPr>
          <a:xfrm>
            <a:off x="716261"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45–50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ext 4"/>
          <p:cNvSpPr txBox="1"/>
          <p:nvPr/>
        </p:nvSpPr>
        <p:spPr>
          <a:xfrm>
            <a:off x="59436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SCAMPER: qué es</a:t>
            </a:r>
          </a:p>
        </p:txBody>
      </p:sp>
      <p:sp>
        <p:nvSpPr>
          <p:cNvPr id="7" name="Paso 2"/>
          <p:cNvSpPr/>
          <p:nvPr/>
        </p:nvSpPr>
        <p:spPr>
          <a:xfrm>
            <a:off x="2103063" y="1805940"/>
            <a:ext cx="1051560" cy="1051560"/>
          </a:xfrm>
          <a:prstGeom prst="ellipse">
            <a:avLst/>
          </a:prstGeom>
          <a:solidFill>
            <a:schemeClr val="accent1"/>
          </a:solidFill>
          <a:ln/>
        </p:spPr>
      </p:sp>
      <p:sp>
        <p:nvSpPr>
          <p:cNvPr id="8" name="Text 6"/>
          <p:cNvSpPr txBox="1"/>
          <p:nvPr/>
        </p:nvSpPr>
        <p:spPr>
          <a:xfrm>
            <a:off x="2103063"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50–62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1981162"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de la pareja</a:t>
            </a:r>
          </a:p>
        </p:txBody>
      </p:sp>
      <p:sp>
        <p:nvSpPr>
          <p:cNvPr id="10" name="Paso 3"/>
          <p:cNvSpPr/>
          <p:nvPr/>
        </p:nvSpPr>
        <p:spPr>
          <a:xfrm>
            <a:off x="3489865" y="1805940"/>
            <a:ext cx="1051560" cy="1051560"/>
          </a:xfrm>
          <a:prstGeom prst="ellipse">
            <a:avLst/>
          </a:prstGeom>
          <a:solidFill>
            <a:schemeClr val="accent2"/>
          </a:solidFill>
          <a:ln/>
        </p:spPr>
      </p:sp>
      <p:sp>
        <p:nvSpPr>
          <p:cNvPr id="11" name="Text 9"/>
          <p:cNvSpPr txBox="1"/>
          <p:nvPr/>
        </p:nvSpPr>
        <p:spPr>
          <a:xfrm>
            <a:off x="3489865"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62–72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3367964"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con IA</a:t>
            </a:r>
          </a:p>
        </p:txBody>
      </p:sp>
      <p:sp>
        <p:nvSpPr>
          <p:cNvPr id="13" name="Paso 4"/>
          <p:cNvSpPr/>
          <p:nvPr/>
        </p:nvSpPr>
        <p:spPr>
          <a:xfrm>
            <a:off x="4876667" y="1805940"/>
            <a:ext cx="1051560" cy="1051560"/>
          </a:xfrm>
          <a:prstGeom prst="ellipse">
            <a:avLst/>
          </a:prstGeom>
          <a:solidFill>
            <a:schemeClr val="tx2"/>
          </a:solidFill>
          <a:ln/>
        </p:spPr>
      </p:sp>
      <p:sp>
        <p:nvSpPr>
          <p:cNvPr id="14" name="Text 12"/>
          <p:cNvSpPr txBox="1"/>
          <p:nvPr/>
        </p:nvSpPr>
        <p:spPr>
          <a:xfrm>
            <a:off x="4876667"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72–77</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3"/>
          <p:cNvSpPr txBox="1"/>
          <p:nvPr/>
        </p:nvSpPr>
        <p:spPr>
          <a:xfrm>
            <a:off x="4754766"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Provocación: qué es</a:t>
            </a:r>
          </a:p>
        </p:txBody>
      </p:sp>
      <p:sp>
        <p:nvSpPr>
          <p:cNvPr id="16" name="Paso 5"/>
          <p:cNvSpPr/>
          <p:nvPr/>
        </p:nvSpPr>
        <p:spPr>
          <a:xfrm>
            <a:off x="6263469" y="1805940"/>
            <a:ext cx="1051560" cy="1051560"/>
          </a:xfrm>
          <a:prstGeom prst="ellipse">
            <a:avLst/>
          </a:prstGeom>
          <a:solidFill>
            <a:schemeClr val="accent1"/>
          </a:solidFill>
          <a:ln/>
        </p:spPr>
      </p:sp>
      <p:sp>
        <p:nvSpPr>
          <p:cNvPr id="17" name="Text 15"/>
          <p:cNvSpPr txBox="1"/>
          <p:nvPr/>
        </p:nvSpPr>
        <p:spPr>
          <a:xfrm>
            <a:off x="6263469"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77–85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Text 16"/>
          <p:cNvSpPr txBox="1"/>
          <p:nvPr/>
        </p:nvSpPr>
        <p:spPr>
          <a:xfrm>
            <a:off x="6141568"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de la pareja</a:t>
            </a:r>
          </a:p>
        </p:txBody>
      </p:sp>
      <p:sp>
        <p:nvSpPr>
          <p:cNvPr id="19" name="Paso 6"/>
          <p:cNvSpPr/>
          <p:nvPr/>
        </p:nvSpPr>
        <p:spPr>
          <a:xfrm>
            <a:off x="7650270" y="1805940"/>
            <a:ext cx="1051560" cy="1051560"/>
          </a:xfrm>
          <a:prstGeom prst="ellipse">
            <a:avLst/>
          </a:prstGeom>
          <a:solidFill>
            <a:schemeClr val="accent2"/>
          </a:solidFill>
          <a:ln/>
        </p:spPr>
      </p:sp>
      <p:sp>
        <p:nvSpPr>
          <p:cNvPr id="20" name="Text 18"/>
          <p:cNvSpPr txBox="1"/>
          <p:nvPr/>
        </p:nvSpPr>
        <p:spPr>
          <a:xfrm>
            <a:off x="7650270"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85–92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752837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con IA</a:t>
            </a:r>
          </a:p>
        </p:txBody>
      </p:sp>
      <p:sp>
        <p:nvSpPr>
          <p:cNvPr id="22" name="Paso 7"/>
          <p:cNvSpPr/>
          <p:nvPr/>
        </p:nvSpPr>
        <p:spPr>
          <a:xfrm>
            <a:off x="9037072" y="1805940"/>
            <a:ext cx="1051560" cy="1051560"/>
          </a:xfrm>
          <a:prstGeom prst="ellipse">
            <a:avLst/>
          </a:prstGeom>
          <a:solidFill>
            <a:schemeClr val="accent1"/>
          </a:solidFill>
          <a:ln/>
        </p:spPr>
      </p:sp>
      <p:sp>
        <p:nvSpPr>
          <p:cNvPr id="23" name="Text 21"/>
          <p:cNvSpPr txBox="1"/>
          <p:nvPr/>
        </p:nvSpPr>
        <p:spPr>
          <a:xfrm>
            <a:off x="9037072"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92–100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8915171"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Elegimos tres propuestas</a:t>
            </a:r>
          </a:p>
        </p:txBody>
      </p:sp>
      <p:sp>
        <p:nvSpPr>
          <p:cNvPr id="25" name="Paso 8"/>
          <p:cNvSpPr/>
          <p:nvPr/>
        </p:nvSpPr>
        <p:spPr>
          <a:xfrm>
            <a:off x="10423874" y="1805940"/>
            <a:ext cx="1051560" cy="1051560"/>
          </a:xfrm>
          <a:prstGeom prst="ellipse">
            <a:avLst/>
          </a:prstGeom>
          <a:solidFill>
            <a:schemeClr val="tx2"/>
          </a:solidFill>
          <a:ln/>
        </p:spPr>
      </p:sp>
      <p:sp>
        <p:nvSpPr>
          <p:cNvPr id="26" name="Text 24"/>
          <p:cNvSpPr txBox="1"/>
          <p:nvPr/>
        </p:nvSpPr>
        <p:spPr>
          <a:xfrm>
            <a:off x="10423874"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100–105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7" name="Text 25"/>
          <p:cNvSpPr txBox="1"/>
          <p:nvPr/>
        </p:nvSpPr>
        <p:spPr>
          <a:xfrm>
            <a:off x="10301973"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¿Qué falla aquí?</a:t>
            </a:r>
          </a:p>
        </p:txBody>
      </p:sp>
      <p:sp>
        <p:nvSpPr>
          <p:cNvPr id="28" name="Personas"/>
          <p:cNvSpPr/>
          <p:nvPr/>
        </p:nvSpPr>
        <p:spPr>
          <a:xfrm>
            <a:off x="548640" y="4846320"/>
            <a:ext cx="548640" cy="548640"/>
          </a:xfrm>
          <a:prstGeom prst="ellipse">
            <a:avLst/>
          </a:prstGeom>
          <a:solidFill>
            <a:schemeClr val="accent1"/>
          </a:solidFill>
          <a:ln/>
        </p:spPr>
      </p:sp>
      <p:pic>
        <p:nvPicPr>
          <p:cNvPr id="29"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30" name="Text 27"/>
          <p:cNvSpPr txBox="1"/>
          <p:nvPr/>
        </p:nvSpPr>
        <p:spPr>
          <a:xfrm>
            <a:off x="123444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Ámbar: piensa la pareja</a:t>
            </a:r>
          </a:p>
        </p:txBody>
      </p:sp>
      <p:sp>
        <p:nvSpPr>
          <p:cNvPr id="31" name="IA"/>
          <p:cNvSpPr/>
          <p:nvPr/>
        </p:nvSpPr>
        <p:spPr>
          <a:xfrm>
            <a:off x="5394960" y="4846320"/>
            <a:ext cx="548640" cy="548640"/>
          </a:xfrm>
          <a:prstGeom prst="ellipse">
            <a:avLst/>
          </a:prstGeom>
          <a:solidFill>
            <a:schemeClr val="accent2"/>
          </a:solidFill>
          <a:ln/>
        </p:spPr>
      </p:sp>
      <p:pic>
        <p:nvPicPr>
          <p:cNvPr id="32" name="Image 1" descr="IA"/>
          <p:cNvPicPr>
            <a:picLocks noChangeAspect="1"/>
          </p:cNvPicPr>
          <p:nvPr/>
        </p:nvPicPr>
        <p:blipFill>
          <a:blip r:embed="rId4"/>
          <a:stretch>
            <a:fillRect/>
          </a:stretch>
        </p:blipFill>
        <p:spPr>
          <a:xfrm>
            <a:off x="5526634" y="4977994"/>
            <a:ext cx="285293" cy="285293"/>
          </a:xfrm>
          <a:prstGeom prst="rect">
            <a:avLst/>
          </a:prstGeom>
        </p:spPr>
      </p:pic>
      <p:sp>
        <p:nvSpPr>
          <p:cNvPr id="33" name="Text 29"/>
          <p:cNvSpPr txBox="1"/>
          <p:nvPr/>
        </p:nvSpPr>
        <p:spPr>
          <a:xfrm>
            <a:off x="608076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Verde: trabajamos con la IA</a:t>
            </a:r>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cuenta en 30 segundos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 las preguntas que no habéis sabido contestar:</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seis apartados de la ficha exprés,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295</TotalTime>
  <Words>10074</Words>
  <Application>Microsoft Office PowerPoint</Application>
  <PresentationFormat>Panorámica</PresentationFormat>
  <Paragraphs>1300</Paragraphs>
  <Slides>95</Slides>
  <Notes>95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95</vt:i4>
      </vt:variant>
    </vt:vector>
  </HeadingPairs>
  <TitlesOfParts>
    <vt:vector size="99" baseType="lpstr">
      <vt:lpstr>Arial</vt:lpstr>
      <vt:lpstr>Calibri</vt:lpstr>
      <vt:lpstr>Courier New</vt:lpstr>
      <vt:lpstr>Creatividad, ofimática e IA</vt:lpstr>
      <vt:lpstr>Qué vamos a hacer y por qué</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2 de 6</vt:lpstr>
      <vt:lpstr>Situación 3 de 6</vt:lpstr>
      <vt:lpstr>Situación 4 de 6</vt:lpstr>
      <vt:lpstr>Situación 5 de 6</vt:lpstr>
      <vt:lpstr>Situación 6 de 6</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Qué vamos a hacer en este bloque</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6</cp:revision>
  <dcterms:created xsi:type="dcterms:W3CDTF">2026-10-17T13:29:48Z</dcterms:created>
  <dcterms:modified xsi:type="dcterms:W3CDTF">2026-10-20T15:32:02Z</dcterms:modified>
</cp:coreProperties>
</file>