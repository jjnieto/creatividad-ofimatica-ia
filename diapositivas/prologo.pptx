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ólogo" id="{0ea5447b-50b6-66c5-b032-c682f87170d8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del bloque 1: explicar a nivel general qué se va a hacer durante el curso y para 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el recorrido del curso a nivel muy general: generar muchas ideas con brainstorming, SCAMPER y provocación; seleccionar las que realmente interesan y quedarnos con tres; compararlas con una matriz y elegir la ganadora; documentarla y desarrollarla; presentarla y defenderla.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objeto del curso: enseñar cómo modelizar un proceso de innovación, con ideación, selección y decisión, de una manera más estructurada para poder presentarlo.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Normalmente, cuando hacemos este proceso nosotros mismos, no escribimos una sola línea y lo hacemos todo en la cabeza, en menos de un minuto: vemos las opciones y elegimos. Pero para poder comunicarlo en un entorno más profesional hay que hacerlo de esta otra manera. Hay muchas; esta sería una de ellas.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76809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108960" y="2103120"/>
            <a:ext cx="85039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108960" y="3749040"/>
            <a:ext cx="8503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Prólogo · Qué vamos a hacer y por qué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CA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97280" y="1554480"/>
            <a:ext cx="996696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Prólogo · Qué vamos a hacer y por qué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ólogo"/>
          <p:cNvSpPr/>
          <p:nvPr/>
        </p:nvSpPr>
        <p:spPr>
          <a:xfrm>
            <a:off x="731520" y="210312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Pró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323" y="2585923"/>
            <a:ext cx="1046074" cy="104607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3108960" y="2103120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Qué vamos a hacer y por qué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3108960" y="37490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Prólogo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vamos a hacer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64592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62851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Generar muchas ideas"/>
          <p:cNvSpPr/>
          <p:nvPr/>
        </p:nvSpPr>
        <p:spPr>
          <a:xfrm>
            <a:off x="822960" y="19202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Generar muchas ide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1287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71800"/>
            <a:ext cx="141421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Generar muchas ideas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141421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Brainstorming, SCAMPER y provocación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48067" y="3429000"/>
            <a:ext cx="246888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0" name="Tarjeta"/>
          <p:cNvSpPr/>
          <p:nvPr/>
        </p:nvSpPr>
        <p:spPr>
          <a:xfrm>
            <a:off x="2831531" y="164592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245742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eleccionar"/>
          <p:cNvSpPr/>
          <p:nvPr/>
        </p:nvSpPr>
        <p:spPr>
          <a:xfrm>
            <a:off x="3105851" y="19202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Seleccion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334" y="2128723"/>
            <a:ext cx="451714" cy="45171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105851" y="2971800"/>
            <a:ext cx="141421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Seleccionar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3105851" y="3840480"/>
            <a:ext cx="141421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Nos quedamos con las tres que realmente interesan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830958" y="3429000"/>
            <a:ext cx="246888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7" name="Tarjeta"/>
          <p:cNvSpPr/>
          <p:nvPr/>
        </p:nvSpPr>
        <p:spPr>
          <a:xfrm>
            <a:off x="5114422" y="164592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528633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Comparar y elegir"/>
          <p:cNvSpPr/>
          <p:nvPr/>
        </p:nvSpPr>
        <p:spPr>
          <a:xfrm>
            <a:off x="5388742" y="19202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Comparar y eleg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225" y="2128723"/>
            <a:ext cx="451714" cy="45171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88742" y="2971800"/>
            <a:ext cx="141421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Comparar y elegir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5388742" y="3840480"/>
            <a:ext cx="141421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Una matriz de decisión para elegir la ganadora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7113849" y="3429000"/>
            <a:ext cx="246888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24" name="Tarjeta"/>
          <p:cNvSpPr/>
          <p:nvPr/>
        </p:nvSpPr>
        <p:spPr>
          <a:xfrm>
            <a:off x="7397313" y="164592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811524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Documentar y desarrollar"/>
          <p:cNvSpPr/>
          <p:nvPr/>
        </p:nvSpPr>
        <p:spPr>
          <a:xfrm>
            <a:off x="7671633" y="19202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3" descr="Documentar y desarroll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116" y="2128723"/>
            <a:ext cx="451714" cy="45171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671633" y="2971800"/>
            <a:ext cx="141421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Documentar y desarrollar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7671633" y="3840480"/>
            <a:ext cx="141421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 propuesta ganadora, por escrito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9396740" y="3429000"/>
            <a:ext cx="246888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31" name="Tarjeta"/>
          <p:cNvSpPr/>
          <p:nvPr/>
        </p:nvSpPr>
        <p:spPr>
          <a:xfrm>
            <a:off x="9680204" y="164592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11094415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5</a:t>
            </a:r>
            <a:endParaRPr lang="en-US" sz="2200" dirty="0"/>
          </a:p>
        </p:txBody>
      </p:sp>
      <p:sp>
        <p:nvSpPr>
          <p:cNvPr id="33" name="Presentar y defender"/>
          <p:cNvSpPr/>
          <p:nvPr/>
        </p:nvSpPr>
        <p:spPr>
          <a:xfrm>
            <a:off x="9954524" y="19202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mage 4" descr="Presentar y defend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3007" y="2128723"/>
            <a:ext cx="451714" cy="45171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954524" y="2971800"/>
            <a:ext cx="141421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Presentar y defender</a:t>
            </a:r>
            <a:endParaRPr lang="en-US" sz="1900" dirty="0"/>
          </a:p>
        </p:txBody>
      </p:sp>
      <p:sp>
        <p:nvSpPr>
          <p:cNvPr id="36" name="Text 29"/>
          <p:cNvSpPr txBox="1"/>
          <p:nvPr/>
        </p:nvSpPr>
        <p:spPr>
          <a:xfrm>
            <a:off x="9954524" y="3840480"/>
            <a:ext cx="141421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Ante el grupo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El objetivo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1097280" y="1554480"/>
            <a:ext cx="9966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</a:rPr>
              <a:t>Aprender a modelizar un proceso de innovación —ideación, selección y decisión— de una manera estructurada,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para poder presentarlo.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¿Por qué hacerlo así?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554480"/>
            <a:ext cx="5318608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4" name="Cuando lo hacéis vosotros"/>
          <p:cNvSpPr/>
          <p:nvPr/>
        </p:nvSpPr>
        <p:spPr>
          <a:xfrm>
            <a:off x="914400" y="182880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Cuando lo hacéis vosot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747" y="209214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40280" y="1828800"/>
            <a:ext cx="3352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Cuando lo hacéis vosotros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154680"/>
            <a:ext cx="458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 escribís una sola línea: lo hacéis todo en la cabeza, en menos de un minuto. Veis las opciones y elegís.</a:t>
            </a:r>
            <a:endParaRPr lang="en-US" sz="2000" dirty="0"/>
          </a:p>
        </p:txBody>
      </p:sp>
      <p:sp>
        <p:nvSpPr>
          <p:cNvPr id="8" name="Tarjeta"/>
          <p:cNvSpPr/>
          <p:nvPr/>
        </p:nvSpPr>
        <p:spPr>
          <a:xfrm>
            <a:off x="6324448" y="1554480"/>
            <a:ext cx="5318608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9" name="En un entorno profesional"/>
          <p:cNvSpPr/>
          <p:nvPr/>
        </p:nvSpPr>
        <p:spPr>
          <a:xfrm>
            <a:off x="6690208" y="18288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En un entorno profesion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555" y="2092147"/>
            <a:ext cx="570586" cy="5705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016088" y="1828800"/>
            <a:ext cx="3352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En un entorno profesional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690208" y="3154680"/>
            <a:ext cx="458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Para poder comunicarlo, hay que hacerlo de esta otra manera: visible y por pasos.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922112" y="3200400"/>
            <a:ext cx="347472" cy="0"/>
          </a:xfrm>
          <a:prstGeom prst="line">
            <a:avLst/>
          </a:prstGeom>
          <a:noFill/>
          <a:ln w="3810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548640" y="5212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Hay muchas maneras de hacerlo. Esta es una de ellas.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ividad, ofimática e IA">
  <a:themeElements>
    <a:clrScheme name="Creatividad, ofimática e IA">
      <a:dk1>
        <a:srgbClr val="1F2A44"/>
      </a:dk1>
      <a:lt1>
        <a:srgbClr val="FFFFFF"/>
      </a:lt1>
      <a:dk2>
        <a:srgbClr val="3A4664"/>
      </a:dk2>
      <a:lt2>
        <a:srgbClr val="F2F4F8"/>
      </a:lt2>
      <a:accent1>
        <a:srgbClr val="F4A300"/>
      </a:accent1>
      <a:accent2>
        <a:srgbClr val="0F7C70"/>
      </a:accent2>
      <a:accent3>
        <a:srgbClr val="D64933"/>
      </a:accent3>
      <a:accent4>
        <a:srgbClr val="6C5CE7"/>
      </a:accent4>
      <a:accent5>
        <a:srgbClr val="8A94A6"/>
      </a:accent5>
      <a:accent6>
        <a:srgbClr val="2D6A4F"/>
      </a:accent6>
      <a:hlink>
        <a:srgbClr val="0F7C70"/>
      </a:hlink>
      <a:folHlink>
        <a:srgbClr val="6C5CE7"/>
      </a:folHlink>
    </a:clrScheme>
    <a:fontScheme name="Creatividad, ofimática e I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Prólogo: qué vamos a hacer y por qué</dc:title>
  <dc:subject>Desarrollo de las habilidades creativas e innovadoras con herramientas ofimáticas y de inteligencia artificial</dc:subject>
  <dc:creator>PptxGenJS</dc:creator>
  <cp:lastModifiedBy>PptxGenJS</cp:lastModifiedBy>
  <cp:revision>1</cp:revision>
  <dcterms:created xsi:type="dcterms:W3CDTF">2026-10-18T19:23:57Z</dcterms:created>
  <dcterms:modified xsi:type="dcterms:W3CDTF">2026-10-18T19:23:57Z</dcterms:modified>
</cp:coreProperties>
</file>